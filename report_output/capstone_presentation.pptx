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05840"/>
            <a:ext cx="10728655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365760"/>
          <a:lstStyle/>
          <a:p>
            <a:pPr algn="ctr">
              <a:spcAft>
                <a:spcPts val="800"/>
              </a:spcAft>
              <a:defRPr sz="1100" b="1">
                <a:solidFill>
                  <a:srgbClr val="1E3A8A"/>
                </a:solidFill>
              </a:defRPr>
            </a:pPr>
            <a:r>
              <a:t>VIT-AP UNIVERSITY · SCHOOL OF COMPUTER SCIENCE &amp; ENGINEERING</a:t>
            </a:r>
          </a:p>
          <a:p>
            <a:pPr>
              <a:spcAft>
                <a:spcPts val="800"/>
              </a:spcAft>
              <a:defRPr sz="2700" b="1">
                <a:solidFill>
                  <a:srgbClr val="0F172A"/>
                </a:solidFill>
              </a:defRPr>
            </a:pPr>
            <a:r>
              <a:t>Hybrid Cloud and Distributed Ledger E-Voting System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Project-Based Component (PBC) Capstone Defense · Academic Year 2025–2026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Project Guide: Dr. Nagendra Panini Challa, Associate Professor,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297680"/>
            <a:ext cx="2523744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PANEL DEFENDER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Speaker 1 (00–07m)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Student-1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22BCE8319 / 24MIC7027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Problem &amp; Literature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65576" y="4297680"/>
            <a:ext cx="2523744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PANEL DEFENDER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Speaker 2 (07–14m)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Student-2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22BEC8319 / 24MIC7307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Architecture &amp; aBFT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4297680"/>
            <a:ext cx="2523744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PANEL DEFENDER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Speaker 3 (14–22m)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Student-3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22BCE8506 / 24MIC7302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Concurrency &amp; Live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33688" y="4297680"/>
            <a:ext cx="2523744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PANEL DEFENDER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Speaker 4 (22–29m)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Student-4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22BCE8947 / 24MIC7348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Benchmarks &amp;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r>
              <a:t>MOTIVATION &amp;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The Centralized Database Dilemma in Institutional Elections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411480"/>
            <a:ext cx="277337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Speaker 1 · Min 00:00–07:00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VIT-AP University · School of Computer Science &amp; Engineering | Capstone Presentation · Slide 02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VULNERABILITY 01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Privileged DBA Tampering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Unrestricted Write Access: Root database administrators can alter vote counts or timestamps directly in SQL/NoSQL stores.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Zero Immutable Audit Trail: Database mutation logs can be purged, truncated, or forged without external detection.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Internal Insider Threat: Eliminates the guarantee that final tallies represent cast ballots.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VULNERABILITY 02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Black-Box Tallying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Opaque State Computation: Voters submit credentials and receive an unprovable 'Vote Recorded' acknowledgment.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Zero Independent Auditing: Outside faculty, observers, or students cannot independently verify that their ballot was counted.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Erosion of Institutional Trust: Disputed elections cause significant governance and administrative friction.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VULNERABILITY 03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Repudiation &amp; Dispute Friction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Disenfranchisement Claims: A voter can falsely claim the system failed, or an administrator can deny receipt of a valid vote.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Lack of Cryptographic Non-Repudiation: No deterministic, tamper-proof receipt exists to resolve disputes conclusively.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Single Point of Failure: Centralized cloud VM outages halt the entire electoral intake window.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r>
              <a:t>SYSTEM FORMULATION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Formulating Trust: Four Core Architectural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411480"/>
            <a:ext cx="277337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Speaker 1 · Min 00:00–07:00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VIT-AP University · School of Computer Science &amp; Engineering | Capstone Presentation · Slide 03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4865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RESEARCH QUESTION 01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RQ1: Concurrency &amp; Race-Condition Freedom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How can an off-chain gateway prevent double-voting under concurrent microsecond burst traffic without distributed locking bottlenecks?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645920"/>
            <a:ext cx="524865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RESEARCH QUESTION 02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RQ2: Cost Predictability at Scale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How can decentralized consensus be integrated into an institutional voting platform while avoiding unpredictable cryptocurrency gas spikes?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4865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RESEARCH QUESTION 03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RQ3: Zero-PII Voter Anonymity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Can a public distributed ledger achieve 100% public auditability while guaranteeing zero exposure of student personally identifiable information?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4023360"/>
            <a:ext cx="5248656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RESEARCH QUESTION 04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RQ4: aBFT Consensus Guarantees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What distributed ledger consensus algorithm guarantees deterministic finality with zero fork or chain reorganization vulnerability?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r>
              <a:t>LITERATURE REVIEW &amp; EMPIRICAL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Architectural Comparison: Hedera HCS vs. Classical Blockchains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411480"/>
            <a:ext cx="277337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Speaker 1 · Min 00:00–07:00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VIT-AP University · School of Computer Science &amp; Engineering | Capstone Presentation · Slide 04 of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9164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011680"/>
                <a:gridCol w="2011680"/>
                <a:gridCol w="2407615"/>
              </a:tblGrid>
              <a:tr h="627017"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Ethereum L1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Polygon PoS (L2)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Solana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Hedera HCS (Our System)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Consensus Protocol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Proof of Stake (PoS)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PoS Rollup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Proof of History (PoH)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Hashgraph aBFT (Virtual Voting)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Finality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12 – 15 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 – 4 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400 ms – 12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3.8 seconds (Deterministic)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Transaction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$2.50 – $45.00 (Gas)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$0.02 – $0.15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$0.0025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$0.0001 USD (Fixed Fiat Peg)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Forking Vulnerability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Probabilistic Forks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Possible Reorgs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Network Outages (History)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Mathematically Immune (aBFT)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Throughput (TPS)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15 – 30 TPS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~7,000 TPS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2,000 – 3,000 TPS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10,000+ TPS Tested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Ledger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Miner / Validator Pool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Multisig Validators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Validator Cluster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Decentralized Governing Council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r>
              <a:t>SYSTEM ARCHITECTURE &amp;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Decoupled Off-Chain Ingestion &amp; On-Chain Consensus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411480"/>
            <a:ext cx="277337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Speaker 2 · Min 07:00–14:00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VIT-AP University · School of Computer Science &amp; Engineering | Capstone Presentation · Slide 05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23744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TIER 1: FRONTEND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1. Client Web Layer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React 18 Single-Page Application.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Role-Based Authentication: Voter vs Administrator portals.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Client-Side Validation: Real-time ballot validation before network dispatch.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Session Storage: Ephemeral token and receipt 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645920"/>
            <a:ext cx="2523744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TIER 2: GATEWAY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2. API Gateway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Node.js &amp; Express REST Service.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Stateless JWT Verification with tamper-proof signing.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Express Rate-Limiting: 100 requests / 15 min per IP window.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CORS &amp; Helmet Security Headers enforcing strict transport isolation.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645920"/>
            <a:ext cx="2523744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TIER 3: DATABASE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3. Off-Chain Store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MongoDB with WiredTiger Storage Engine.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Document-Level Locking: Exclusive write lock per student record.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Atomic findOneAndUpdate() eliminates double-voting races.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PII Isolation: Stores student credentials off-chain.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3688" y="1645920"/>
            <a:ext cx="2523744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TIER 4: LEDGER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4. Consensus Layer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Hedera Consensus Service (HCS).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Public Topic: 0.0.10697996.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Consensus Submit Message SDK calls over gRPC TLS.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Immutable sequence numbering and nanosecond consensus timestamps.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r>
              <a:t>DISTRIBUTED LEDGER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Virtual Voting &amp; Asynchronous Byzantine Fault Tolerance (aBFT)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411480"/>
            <a:ext cx="277337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Speaker 2 · Min 07:00–14:00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VIT-AP University · School of Computer Science &amp; Engineering | Capstone Presentation · Slide 06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MECHANISM 01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Gossip-about-Gossip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Node Communication: Nodes do not just transmit transactions; they transmit a 2-hash event containing the history of gossip.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Directed Acyclic Graph (DAG): The graph of events grows exponentially without network bottlenecks.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Extreme Bandwidth Efficiency: Near-zero consensus messaging overhead compared to Raft or PBFT.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MECHANISM 02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Virtual Voting Algorithm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Zero Network Overhead: Nodes determine consensus ordering entirely in local memory by inspecting their local DAG view.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No Extra Vote Messages: Traditional consensus protocols flood the network with vote ballots; Hashgraph votes virtually.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Fairness of Ordering: Median timestamp consensus prevents miner front-running and ballot reordering attacks.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1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SECURITY PROOF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Mathematical aBFT Guarantee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Gold Standard Security: Immune to arbitrary malicious Byzantine nodes and coordinated DDoS attacks.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Quorum Formulation: Tolerates up to f malicious nodes where n &gt;= 3f + 1.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Deterministic Finality: Zero probability of blockchain reorganizations, soft forks, or orphan blocks.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r>
              <a:t>PRIVACY PRESERVING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Structural Decoupling: Zero PII Exposure on the Public Ledger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411480"/>
            <a:ext cx="277337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Speaker 2 · Min 07:00–14:00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VIT-AP University · School of Computer Science &amp; Engineering | Capstone Presentation · Slide 07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48656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PRIVATE INSTITUTIONAL BOUNDARY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Off-Chain Private Voter Record (MongoDB)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Document Content: { _id, voterId: '22BCE8319', email: 'student@vitap.ac.in', hasVoted: true, timestamp }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Role: Enforces local eligibility, enrollment verification, and one-vote-per-student compliance.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Access Boundary: Protected behind institutional JWT authentication and strict VPC firewall policies.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645920"/>
            <a:ext cx="5248656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PUBLIC CONSENSUS TOPIC 0.0.10697996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On-Chain Public Consensus Message (Hedera HCS)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Payload Dispatched: { candidateId: 2, timestamp: 1718000000.123 }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Public HashScan Visibility: Auditors observe that a valid vote was cast, its exact nanosecond, and sequence number.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Zero Cryptographic Link: Contains zero voter names, student IDs, IP addresses, or database primary keys.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429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200"/>
              </a:spcAft>
              <a:defRPr sz="3400" b="1">
                <a:solidFill>
                  <a:srgbClr val="1E3A8A"/>
                </a:solidFill>
              </a:defRPr>
            </a:pPr>
            <a:r>
              <a:t>0 Bytes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t>PII EXPOSED ON-CHAIN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Zero student personal information stored on the public ledger.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5120640"/>
            <a:ext cx="3429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200"/>
              </a:spcAft>
              <a:defRPr sz="3400" b="1">
                <a:solidFill>
                  <a:srgbClr val="1E3A8A"/>
                </a:solidFill>
              </a:defRPr>
            </a:pPr>
            <a:r>
              <a:t>100%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t>INDEPENDENT AUDITABILITY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Any third party can recount the election results directly from Mirror Nodes.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5120640"/>
            <a:ext cx="3429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200"/>
              </a:spcAft>
              <a:defRPr sz="3400" b="1">
                <a:solidFill>
                  <a:srgbClr val="1E3A8A"/>
                </a:solidFill>
              </a:defRPr>
            </a:pPr>
            <a:r>
              <a:t>SHA-384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t>RUNNING HASH INTEGRITY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Each message is chained into an unbroken cryptographic hash sequence.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r>
              <a:t>ECONOMIC VIABILITY &amp; SUSTAINABILITY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Fiat-Pegged Pricing Eliminates Gas Price Volatility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411480"/>
            <a:ext cx="277337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Speaker 2 · Min 07:00–14:00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VIT-AP University · School of Computer Science &amp; Engineering | Capstone Presentation · Slide 08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200"/>
              </a:spcAft>
              <a:defRPr sz="3400" b="1">
                <a:solidFill>
                  <a:srgbClr val="1E3A8A"/>
                </a:solidFill>
              </a:defRPr>
            </a:pPr>
            <a:r>
              <a:t>$0.0001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t>FIXED HCS TRANSACTION FEE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Directly pegged to USD by the Hedera Governing Council; paid in HBAR.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200"/>
              </a:spcAft>
              <a:defRPr sz="3400" b="1">
                <a:solidFill>
                  <a:srgbClr val="1E3A8A"/>
                </a:solidFill>
              </a:defRPr>
            </a:pPr>
            <a:r>
              <a:t>$1.00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t>TOTAL COST / 10,000 VOTES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Entire university elections can be conducted with negligible financial overhead.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1" y="164592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200"/>
              </a:spcAft>
              <a:defRPr sz="3400" b="1">
                <a:solidFill>
                  <a:srgbClr val="1E3A8A"/>
                </a:solidFill>
              </a:defRPr>
            </a:pPr>
            <a:r>
              <a:t>98.4%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t>COST REDUCTION VS. POLYGON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Immune to network congestion, MEV bot bidding wars, and gas surges.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10728655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INSTITUTIONAL BUDGET GUARANTEE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Economic Model Comparison &amp; Budget Predictability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Ethereum L1 Vulnerability: Gas surges during high DeFi volume can push ballot submission costs above $15.00 per vote, breaking institutional budgets.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Polygon &amp; Rollup Volatility: Even Layer-2 gas fees fluctuate wildly during network congestion, requiring complex gas treasury auto-replenishment systems.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Hedera Governing Council Stability: Fees are fixed in fiat USD and automatically converted to HBAR at execution time. A 15,000-student election has a guaranteed maximum cost of exactly $1.50 USD.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r>
              <a:t>BACKEND CONCURRENCY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Preventing Race Conditions via WiredTiger Document Locking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411480"/>
            <a:ext cx="277337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Speaker 3 · Min 14:00–22:00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VIT-AP University · School of Computer Science &amp; Engineering | Capstone Presentation · Slide 09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200"/>
              </a:spcAft>
              <a:defRPr sz="3400" b="1">
                <a:solidFill>
                  <a:srgbClr val="1E3A8A"/>
                </a:solidFill>
              </a:defRPr>
            </a:pPr>
            <a:r>
              <a:t>0.0%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t>DOUBLE-VOTING MARGIN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Zero double-votes recorded across 500 concurrent burst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3291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200"/>
              </a:spcAft>
              <a:defRPr sz="3400" b="1">
                <a:solidFill>
                  <a:srgbClr val="1E3A8A"/>
                </a:solidFill>
              </a:defRPr>
            </a:pPr>
            <a:r>
              <a:t>100%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t>WRITE SERIALIZATION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MongoDB WiredTiger document-level locking serializes concurrent updates.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3291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200"/>
              </a:spcAft>
              <a:defRPr sz="3400" b="1">
                <a:solidFill>
                  <a:srgbClr val="1E3A8A"/>
                </a:solidFill>
              </a:defRPr>
            </a:pPr>
            <a:r>
              <a:t>403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t>FORBIDDEN STATUS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Second concurrent thread instantly rejected before reaching Hedera.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645920"/>
            <a:ext cx="7205472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>
              <a:spcAft>
                <a:spcPts val="800"/>
              </a:spcAft>
              <a:defRPr sz="1050" b="1">
                <a:solidFill>
                  <a:srgbClr val="94A3B8"/>
                </a:solidFill>
                <a:latin typeface="Consolas"/>
              </a:defRPr>
            </a:pPr>
            <a:r>
              <a:t>$ concurrency_controller.js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// Atomic Claim in Node.js / Express Gateway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const voter = await Voter.findOneAndUpdate(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{ voterId: req.user.voterId, hasVoted: false }, // Atomic Filter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{ $set: { hasVoted: true, votedAt: new Date() } },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{ new: true, session } // Document-level write lock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);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if (!voter) {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// 2nd concurrent thread evaluates to null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return res.status(403).json({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  error: 'Ballot already cast or claim in progress.'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  });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000">
                <a:solidFill>
                  <a:srgbClr val="F1F5F9"/>
                </a:solidFill>
                <a:latin typeface="Consolas"/>
              </a:defRPr>
            </a:pPr>
            <a:r>
              <a:t>// Proceed safely to Hedera HCS submission...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r>
              <a:t>FAULT TOLERANCE &amp; STATE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Fail-Safe Atomic Rollback Prevents Voter Disenfranchisement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411480"/>
            <a:ext cx="277337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Speaker 3 · Min 14:00–22:00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VIT-AP University · School of Computer Science &amp; Engineering | Capstone Presentation · Slide 10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PHASE 1: ATOMIC CLAIM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Phase 1: Local State Lock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Voter dispatches authenticated HTTP POST /vote request.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MongoDB executes atomic findOneAndUpdate({ hasVoted: false }).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State immediately marked hasVoted: true in local memory.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Ensures no concurrent duplicate request can enter the pipeline while HCS network call is pending.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PHASE 2: CONSENSUS ORDERING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Phase 2: Remote HCS Consensus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Backend constructs Hedera TopicMessageSubmitTransaction.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Payload signed with institutional Operator Key and sent over gRPC TLS.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Hedera Hashgraph consensus network assigns immutable timestamp and sequence number.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Receipt transaction ID returned to caller.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1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FAIL-SAFE RECOVERY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Fail-Safe Rollback Handler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Catastrophic failure handling: network partition or Hedera gRPC timeout.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Automated catch block detects missing consensus receipt.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Executes atomic rollback: $set { hasVoted: false }.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Voter is NOT disenfranchised and can safely retry ballot submission.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r>
              <a:t>SYSTEM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Live System Verification: End-to-End Ballot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411480"/>
            <a:ext cx="277337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Speaker 3 · Min 14:00–22:00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VIT-AP University · School of Computer Science &amp; Engineering | Capstone Presentation · Slide 11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DEMO STAGE 1: FRONTEND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Step 1: Voter Portal Cast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Voter logs into React SPA (http://localhost:5173).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Selects Candidate and clicks 'Submit Vote'.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Real-time visual feedback: Button enters loading state, dispatches signed payload to port 5000.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Browser displays instant success dialog with cryptographic Transaction 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DEMO STAGE 2: HASHSCAN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Step 2: HashScan Explorer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Switch to Browser Tab 2: HashScan Explorer.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Inspect public topic: https://hashscan.io/testnet/topic/0.0.10697996.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Observer verifies: Message count increments by 1 in real-time.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Inspect consensus timestamp, sequence number, and running hash.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1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DEMO STAGE 3: MIRROR API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Step 3: Mirror Node Audit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Switch to Browser Tab 3: Mirror Node REST API.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Query GET /api/v1/topics/0.0.10697996/messages.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Demonstrate JSON payload decoding: candidateId: 2, timestamp: 1718000000.123.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Proves independent, trustless auditability without database access.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r>
              <a:t>LEDGER VERIFICATION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Trustless Verification: HashScan Explorer &amp; Mirror Node REST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411480"/>
            <a:ext cx="277337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Speaker 3 · Min 14:00–22:00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VIT-AP University · School of Computer Science &amp; Engineering | Capstone Presentation · Slide 12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4865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AUDIT COMPONENT 01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Cryptographic Transaction ID Receipt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Receipt Structure: 0.0.10697996@1718000000.123456789.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Issued directly to the voter upon consensus confirmation.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Non-Repudiable Evidence: Neither the student nor the administration can falsely claim whether a vote was cast.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Enables independent ballot tracking across public blockchain explorers worldwide.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645920"/>
            <a:ext cx="524865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AUDIT COMPONENT 02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Decentralized Mirror Node REST API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Public API Endpoint: mainnet-public.mirrornode.hedera.com.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Zero Rate-Limits for Civic Auditors: Mirror nodes run independently of consensus nodes.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Running SHA-384 Hash Chaining: Each message contains the running hash of all previous messages, making history deletion mathematically impossible.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Automated Verification Scripts: Anyone can tally the election with a 10-line Python or cURL script.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r>
              <a:t>EMPIRICAL RESULTS &amp;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System Performance: Latency, Throughput, and Finality Under Load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411480"/>
            <a:ext cx="277337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Speaker 4 · Min 22:00–29:00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VIT-AP University · School of Computer Science &amp; Engineering | Capstone Presentation · Slide 13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200"/>
              </a:spcAft>
              <a:defRPr sz="3400" b="1">
                <a:solidFill>
                  <a:srgbClr val="1E3A8A"/>
                </a:solidFill>
              </a:defRPr>
            </a:pPr>
            <a:r>
              <a:t>3.82s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t>END-TO-END FINALITY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Measured average time from user click to global Hedera consensus ordering.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200"/>
              </a:spcAft>
              <a:defRPr sz="3400" b="1">
                <a:solidFill>
                  <a:srgbClr val="1E3A8A"/>
                </a:solidFill>
              </a:defRPr>
            </a:pPr>
            <a:r>
              <a:t>68 ms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t>API GATEWAY LATENCY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Local JWT verification, WiredTiger claim, and payload serialization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1" y="164592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200"/>
              </a:spcAft>
              <a:defRPr sz="3400" b="1">
                <a:solidFill>
                  <a:srgbClr val="1E3A8A"/>
                </a:solidFill>
              </a:defRPr>
            </a:pPr>
            <a:r>
              <a:t>100.0%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t>CONSENSUS DELIVERY RATE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Zero dropped messages or consensus timeout failures across all test rounds.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10728655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BENCHMARK METHODOLOGY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Benchmark Execution Methodology &amp; Test Conditions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Test Bed: 500 concurrent ballot requests simulated via automated test harness under variable network delay.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Throughput Stability: Hedera Consensus Service maintained constant sub-4-second finality with zero queuing latency or memory leaks.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Cost Stability: Total network fee across 500 test votes was exactly $0.05 USD, matching theoretical models perfectly.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r>
              <a:t>SECURITY &amp; THREAT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Comprehensive STRIDE Threat Modeling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411480"/>
            <a:ext cx="277337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Speaker 4 · Min 22:00–29:00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VIT-AP University · School of Computer Science &amp; Engineering | Capstone Presentation · Slide 14 of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9164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4327855"/>
                <a:gridCol w="1645920"/>
              </a:tblGrid>
              <a:tr h="627017"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STRIDE Threat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Attack Vector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Architectural Mitigation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Residual Risk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Spoofing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Unauthorized voter impersonation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Stateless cryptographically signed JWTs + password hashing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Negligible (Protected by Auth)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Tampering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Altering ballot tally in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Public Hedera HCS sequence numbering + SHA-384 running hash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Zero (Tamper-Evident Ledger)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Repudiation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Voter denies casting ballot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Deterministic transaction ID receipt verified on HashScan explorer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Zero (Cryptographic Proof)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Information Disclosure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Eavesdropping voter identities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Zero PII stored on ledger; structural decoupling of ballot payload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Zero (Decoupled Payload)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Denial of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Gateway flood attacks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Express rate limiting (100 req/15m) + stateless gateway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Low (Scalable via Cloud Load Balancer)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Elevation of Privilege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Student escalates to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Role-based authorization middleware enforcing strict permission gates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Negligible (Strict RBAC)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r>
              <a:t>TECHNICAL LIMITATIONS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Architectural Evolution: zk-SNARKs &amp; Threshold Multi-Sig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411480"/>
            <a:ext cx="277337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Speaker 4 · Min 22:00–29:00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VIT-AP University · School of Computer Science &amp; Engineering | Capstone Presentation · Slide 15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MILESTONE 1: GOVERNANCE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Threshold Multi-Sig Keys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Current Limitation: Testnet uses a single institutional operator key to submit HCS messages.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Roadmap Solution: Deploy Hedera multi-signature threshold accounts on mainnet.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Governance Guardrail: Requires 3 out of 5 designated faculty election commissioners to co-sign the submission transaction.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MILESTONE 2: PRIVACY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Client-Side zk-SNARKs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Current Limitation: Database-level decoupling prevents public observer tracking, but a compromised DBA could correlate database timestamps.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Roadmap Solution: Implement Zero-Knowledge Succinct Non-Interactive Arguments of Knowledge (zk-SNARKs).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Mathematical Anonymity: Voter proves eligibility cryptographically in the browser with 0 correlation to cast ballot.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1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MILESTONE 3: IDENTITY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Decentralized Identity (DID)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Current Limitation: Relies on institutional username/password authentication.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Roadmap Solution: Integrate W3C Verifiable Credentials and self-sovereign Decentralized Identifiers (DIDs).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Decentralized Login: Students authenticate directly via digital identity wallets without centralized institutional ID databases.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r>
              <a:t>PROJECT CONCLUSION &amp; PANEL HAND-OFF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Summary of Contributions &amp; Open Technical Defense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411480"/>
            <a:ext cx="2773375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All Team Members · Evaluator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VIT-AP University · School of Computer Science &amp; Engineering | Capstone Presentation · Slide 16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4865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DELIVERED CONTRIBUTIONS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Key Technical Contributions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Decoupled Hybrid Architecture: Combines local database throughput with global Hedera Hashgraph aBFT consensus integrity.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Sub-Second Finality: 3.82s deterministic finality with zero blockchain reorganization risk.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Cost Sustainability: $0.0001 USD fixed transaction fee eliminates gas volatility.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Race-Condition Freedom: Proven WiredTiger document-level locking eliminates double-voting entirely.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Public Trustless Verification: 100% independent tally auditability via HashScan and public Mirror Node REST APIs.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645920"/>
            <a:ext cx="524865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01168" bIns="182880"/>
          <a:lstStyle/>
          <a:p>
            <a:pPr algn="ctr">
              <a:spcAft>
                <a:spcPts val="300"/>
              </a:spcAft>
              <a:defRPr sz="900" b="1">
                <a:solidFill>
                  <a:srgbClr val="1E3A8A"/>
                </a:solidFill>
              </a:defRPr>
            </a:pPr>
            <a:r>
              <a:t>PANEL DEFENSE READINESS</a:t>
            </a:r>
          </a:p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Evaluator Defense Focus Areas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Q1: Operator Key Single Point of Failure -&gt; Separation of submission rights from consensus ordering; Threshold Multi-sig migration.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Q2: Race Condition Prevention -&gt; MongoDB WiredTiger exclusive write locking on { voterId, hasVoted: false }.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Q3: HCS vs Ethereum Rollups -&gt; Fiat-pegged fee predictability ($1/10k votes) vs gas volatility; sub-4s deterministic aBFT finality.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Q4: Voter Identity Privacy -&gt; Structural decoupling; payload contains { candidateId, timestamp } with zero student PII.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Q5: Non-Repudiation Proof -&gt; Cryptographic Transaction IDs verified on public HashScan explorer.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